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286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4000" b="true">
                <a:solidFill>
                  <a:srgbClr val="1E88E5"/>
                </a:solidFill>
              </a:rPr>
              <a:t>Developer Task Report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556000"/>
            <a:ext cx="10668000" cy="508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800" b="false">
                <a:solidFill>
                  <a:srgbClr val="404040"/>
                </a:solidFill>
              </a:rPr>
              <a:t>Generated on 10-Oct-2026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1E88E5"/>
                </a:solidFill>
              </a:rPr>
              <a:t>Ava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525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600" b="true">
                <a:solidFill>
                  <a:srgbClr val="404040"/>
                </a:solidFill>
              </a:rPr>
              <a:t>Task Summary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333500"/>
          <a:ext cx="11176000" cy="2540000"/>
        </p:xfrm>
        <a:graphic>
          <a:graphicData uri="http://schemas.openxmlformats.org/drawingml/2006/table">
            <a:tbl>
              <a:tblPr/>
              <a:tblGrid>
                <a:gridCol w="3810000"/>
                <a:gridCol w="1651000"/>
                <a:gridCol w="1524000"/>
                <a:gridCol w="1524000"/>
                <a:gridCol w="1524000"/>
                <a:gridCol w="1143000"/>
              </a:tblGrid>
              <a:tr h="355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Task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Sprint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Status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Start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End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Hours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Build ticketing API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Sprint 12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Done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01-Jun-2026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02-Jun-2026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0.0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QA follow-up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Sprint 12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In-progress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02-Jun-2026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-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0.0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508000" y="4064000"/>
            <a:ext cx="11176000" cy="381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600" b="true">
                <a:solidFill>
                  <a:srgbClr val="404040"/>
                </a:solidFill>
              </a:rPr>
              <a:t>Narrative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08000" y="4445000"/>
            <a:ext cx="11176000" cy="20955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200" b="false">
                <a:solidFill>
                  <a:srgbClr val="000000"/>
                </a:solidFill>
              </a:rPr>
              <a:t>Status summary for Ava (auto-generated)
Progress: 1 of 2 tasks done (50%).
Completed: 1 | In progress: 1 | To do: 0 | Blocked: 0
Total hours logged: 0.0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600" b="true">
                <a:solidFill>
                  <a:srgbClr val="1E88E5"/>
                </a:solidFill>
              </a:rPr>
              <a:t>Ava - Burndown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1E88E5"/>
                </a:solidFill>
              </a:rPr>
              <a:t>Ben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525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600" b="true">
                <a:solidFill>
                  <a:srgbClr val="404040"/>
                </a:solidFill>
              </a:rPr>
              <a:t>Task Summary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333500"/>
          <a:ext cx="11176000" cy="2540000"/>
        </p:xfrm>
        <a:graphic>
          <a:graphicData uri="http://schemas.openxmlformats.org/drawingml/2006/table">
            <a:tbl>
              <a:tblPr/>
              <a:tblGrid>
                <a:gridCol w="3810000"/>
                <a:gridCol w="1651000"/>
                <a:gridCol w="1524000"/>
                <a:gridCol w="1524000"/>
                <a:gridCol w="1524000"/>
                <a:gridCol w="1143000"/>
              </a:tblGrid>
              <a:tr h="355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Task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Sprint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Status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Start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End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Hours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Write integration tests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Sprint 12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Blocked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03-Jun-2026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-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0.0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Fix dashboard bug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Sprint 12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To Do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05-Jun-2026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-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0.0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508000" y="4064000"/>
            <a:ext cx="11176000" cy="381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600" b="true">
                <a:solidFill>
                  <a:srgbClr val="404040"/>
                </a:solidFill>
              </a:rPr>
              <a:t>Narrative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08000" y="4445000"/>
            <a:ext cx="11176000" cy="20955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200" b="false">
                <a:solidFill>
                  <a:srgbClr val="000000"/>
                </a:solidFill>
              </a:rPr>
              <a:t>Status summary for Ben (auto-generated)
Progress: 0 of 2 tasks done (0%).
Completed: 0 | In progress: 0 | To do: 1 | Blocked: 1
Total hours logged: 0.0
Attention: 1 blocked task(s) need follow-up.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600" b="true">
                <a:solidFill>
                  <a:srgbClr val="1E88E5"/>
                </a:solidFill>
              </a:rPr>
              <a:t>Ben - Burndown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800" b="true">
                <a:solidFill>
                  <a:srgbClr val="1E88E5"/>
                </a:solidFill>
              </a:rPr>
              <a:t>Carla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952500"/>
            <a:ext cx="5080000" cy="381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600" b="true">
                <a:solidFill>
                  <a:srgbClr val="404040"/>
                </a:solidFill>
              </a:rPr>
              <a:t>Task Summary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333500"/>
          <a:ext cx="11176000" cy="2540000"/>
        </p:xfrm>
        <a:graphic>
          <a:graphicData uri="http://schemas.openxmlformats.org/drawingml/2006/table">
            <a:tbl>
              <a:tblPr/>
              <a:tblGrid>
                <a:gridCol w="3810000"/>
                <a:gridCol w="1651000"/>
                <a:gridCol w="1524000"/>
                <a:gridCol w="1524000"/>
                <a:gridCol w="1524000"/>
                <a:gridCol w="1143000"/>
              </a:tblGrid>
              <a:tr h="355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Task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Sprint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Status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Start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End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100" b="true"/>
                        <a:t>Hours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Deploy report service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Sprint 12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Done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01-Jun-2026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06-Jun-2026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0"/>
                        <a:t>0.0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508000" y="4064000"/>
            <a:ext cx="11176000" cy="381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600" b="true">
                <a:solidFill>
                  <a:srgbClr val="404040"/>
                </a:solidFill>
              </a:rPr>
              <a:t>Narrative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08000" y="4445000"/>
            <a:ext cx="11176000" cy="20955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1200" b="false">
                <a:solidFill>
                  <a:srgbClr val="000000"/>
                </a:solidFill>
              </a:rPr>
              <a:t>Status summary for Carla (auto-generated)
Progress: 1 of 1 tasks done (100%).
Completed: 1 | In progress: 0 | To do: 0 | Blocked: 0
Total hours logged: 0.0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254000"/>
            <a:ext cx="11176000" cy="635000"/>
          </a:xfrm>
          <a:prstGeom prst="rect">
            <a:avLst/>
          </a:prstGeom>
        </p:spPr>
        <p:txBody>
          <a:bodyPr anchor="t" rtlCol="false"/>
          <a:lstStyle/>
          <a:p>
            <a:r>
              <a:rPr lang="en-US" sz="2600" b="true">
                <a:solidFill>
                  <a:srgbClr val="1E88E5"/>
                </a:solidFill>
              </a:rPr>
              <a:t>Carla - Burndown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016000"/>
            <a:ext cx="11176000" cy="558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